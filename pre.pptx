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345AB-4918-A3C6-07EB-8F51E4D16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83ED9B-572B-2E32-9511-6FA7CDF51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614ED7-60D7-276E-72D6-F5CEB43E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30EC3-059F-19DA-321D-3088F9D2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09C4ED-E96F-CB90-D1DF-94CAFCF6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123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A6335-EB8D-0996-B620-1C6E3019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54212B-53B9-9CAC-1D1F-4A7A75E0A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2E6C8A-807B-389A-FC4A-5C6DAACF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A914EA-6E54-68CA-F991-3EF1E204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738BE9-FA02-FB6D-5CE6-7E131567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272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48C93-833F-A2BE-E8B7-12498647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CE8077-0099-BA32-EA48-CA95CD3C1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ACE4D3-F098-A31E-66AA-211700D1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1E871-8BFF-EC5A-9FA7-50178225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77F1B7-7EFE-EF90-5B38-683793F8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8018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200F3-390B-FE9B-69C2-6A6E79A4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ADFE7C-DE5D-A552-BCE2-374DB58F4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E531C1-EFB7-732A-C644-984B71795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590C1C-DC31-89A7-5AA7-85F3BD6E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97553B-38C8-A7AF-4D37-6596AF1E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2AF5D5-DFBC-A756-0E2C-5EBB5AD7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458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21A46-A09A-B0B3-8484-8C6442391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B542D1-420B-9AD2-9D5A-7DEE2B0B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F61D18-79D3-41B0-F764-8EFA1B7FF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14D64B-8E7A-5CB1-EC72-4BB5DB6F4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083DE9-8A5B-9C51-E0AB-CEA81E802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FCEC1C-D533-9E11-B798-D922A68F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824DC2-0988-38F5-F26D-676FCACA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F968E0-E6CC-A265-4ABD-0D84796F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084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37E1C-9F38-0467-C2E3-B962FD19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3DD377-18AC-98E6-A410-2B7201AF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AFADFB-121D-1250-8FA8-C4AF5C15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6999BC-0D38-BCB2-91BC-A354E9B8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880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9B9BD8-2D18-7D32-8E5F-47B305A4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DB62A6-C928-686E-41B9-1F3399F5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6BF58E-5E1C-8C40-4E30-47232E65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776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4322E-5EFC-47A8-AE69-6DC78E4C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AC571-3A79-62E5-C059-3E817B592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8F55D2-D854-4934-146E-698A8EB1A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958C51-41D5-9B13-1D68-72AD18D59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25DBE1-7A5E-D5A4-B754-56DFE5E8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ED28BB-C832-9590-05B8-58883182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311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5FC26-7BF0-6D4D-9F02-E4ECDFC26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F622B3-3DEC-E41A-C4B6-37BCDA113A4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7D9BCF-AF50-24CA-1CAA-3EEBC7A4E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904053-3E67-E7E1-C574-561A5907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D6BD51-6B37-B2E1-7F04-A6B85F56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881678-F211-5357-0563-83E5F2EA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018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783E4-653F-7418-0112-4742EFDB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5C7147-45B5-F15D-799B-532D0926C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176D3-C25A-5F5A-2F1A-8C1D3FB8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DD8BB2-D42C-5247-6A30-BBDA42B9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69391-C2D4-63BD-8A08-8C461549B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0001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851AE9-C101-D034-4010-24457FBBA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202F57-C2D5-A713-1B12-C051F2560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733378-3645-A5CD-997B-89011F35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CADC74-9320-515D-808B-65514752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A8D7C-2EAA-1C9D-F0CD-0B2DA1FC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380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70F71B-6504-D1D4-67FA-5A98F3A9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026589-44C3-343E-8D47-6BFDD0DE8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9B12F4-8174-06BE-8FB4-99DCDAEC8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C4C883-4F8E-D34E-94FD-1282DC67D150}" type="datetimeFigureOut">
              <a:rPr kumimoji="1" lang="zh-CN" altLang="en-US" smtClean="0"/>
              <a:t>2026/10/31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32FD2-C9E9-4922-7D1C-D730D50D7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E30811-1FE5-ABC2-F3F0-20948B38D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FBD46-330E-D04B-96A8-D489D801BB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603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09B76-04DD-0DED-6BE5-B9BF37BAF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941" y="1041400"/>
            <a:ext cx="10130118" cy="2387600"/>
          </a:xfrm>
        </p:spPr>
        <p:txBody>
          <a:bodyPr>
            <a:noAutofit/>
          </a:bodyPr>
          <a:lstStyle/>
          <a:p>
            <a:r>
              <a:rPr kumimoji="1" lang="en-GB" altLang="zh-CN" sz="3600"/>
              <a:t>Stability Analysis of Foot Placement Methods for</a:t>
            </a:r>
            <a:br>
              <a:rPr kumimoji="1" lang="en-GB" altLang="zh-CN" sz="3600"/>
            </a:br>
            <a:r>
              <a:rPr kumimoji="1" lang="en-GB" altLang="zh-CN" sz="3600"/>
              <a:t>Model Predictive Control-based Quadrupedal</a:t>
            </a:r>
            <a:br>
              <a:rPr kumimoji="1" lang="en-GB" altLang="zh-CN" sz="3600"/>
            </a:br>
            <a:r>
              <a:rPr kumimoji="1" lang="en-GB" altLang="zh-CN" sz="3600"/>
              <a:t>Trotting</a:t>
            </a:r>
            <a:endParaRPr kumimoji="1" lang="zh-CN" altLang="en-US" sz="36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33F7F8-46C9-BAF6-B71C-AABB1EE25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/>
              <a:t>Liwei Mei, Qi Guo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4642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76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</Words>
  <Application>Microsoft Macintosh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Stability Analysis of Foot Placement Methods for Model Predictive Control-based Quadrupedal Trotting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Liwei Mei</dc:creator>
  <cp:lastModifiedBy>Liwei Mei</cp:lastModifiedBy>
  <cp:revision>2</cp:revision>
  <dcterms:created xsi:type="dcterms:W3CDTF">2026-10-31T18:35:38Z</dcterms:created>
  <dcterms:modified xsi:type="dcterms:W3CDTF">2026-10-31T18:38:42Z</dcterms:modified>
</cp:coreProperties>
</file>